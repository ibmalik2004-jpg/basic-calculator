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280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070F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070F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200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NEXT.JS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the React Framework for Production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4160520"/>
            <a:ext cx="1280160" cy="0"/>
          </a:xfrm>
          <a:prstGeom prst="line">
            <a:avLst/>
          </a:prstGeom>
          <a:noFill/>
          <a:ln w="38100">
            <a:solidFill>
              <a:srgbClr val="0070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 •  WEB DEVELOPMENT  •  REACT ECOSYSTEM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Next.js?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is an open-source framework built on top of React, created and maintained by Vercel. It extends React with the missing production-grade features needed to build fast, SEO-friendly, full-stack web applications.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E8F1FF"/>
          </a:solidFill>
          <a:ln/>
        </p:spPr>
      </p:sp>
      <p:pic>
        <p:nvPicPr>
          <p:cNvPr id="5" name="Image 0" descr="/home/claude/nextjs_ppt/icons/layers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93522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305409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routing, rendering, and bundling on top of plain React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3675888"/>
            <a:ext cx="457200" cy="457200"/>
          </a:xfrm>
          <a:prstGeom prst="ellipse">
            <a:avLst/>
          </a:prstGeom>
          <a:solidFill>
            <a:srgbClr val="E8F1FF"/>
          </a:solidFill>
          <a:ln/>
        </p:spPr>
      </p:sp>
      <p:pic>
        <p:nvPicPr>
          <p:cNvPr id="9" name="Image 1" descr="/home/claude/nextjs_ppt/icons/server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77647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36301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Ready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88720" y="38953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both frontend UI and backend API logic in one project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4517136"/>
            <a:ext cx="457200" cy="457200"/>
          </a:xfrm>
          <a:prstGeom prst="ellipse">
            <a:avLst/>
          </a:prstGeom>
          <a:solidFill>
            <a:srgbClr val="E8F1FF"/>
          </a:solidFill>
          <a:ln/>
        </p:spPr>
      </p:sp>
      <p:pic>
        <p:nvPicPr>
          <p:cNvPr id="13" name="Image 2" descr="/home/claude/nextjs_ppt/icons/globe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617720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4471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Friendly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473659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rendering means search engines see fully-formed pages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5358384"/>
            <a:ext cx="457200" cy="457200"/>
          </a:xfrm>
          <a:prstGeom prst="ellipse">
            <a:avLst/>
          </a:prstGeom>
          <a:solidFill>
            <a:srgbClr val="E8F1FF"/>
          </a:solidFill>
          <a:ln/>
        </p:spPr>
      </p:sp>
      <p:pic>
        <p:nvPicPr>
          <p:cNvPr id="17" name="Image 3" descr="/home/claude/nextjs_ppt/icons/zap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458968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53126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Zero-Config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88720" y="557784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defaults let you start building without heavy setup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498080" y="1234440"/>
            <a:ext cx="4114800" cy="5029200"/>
          </a:xfrm>
          <a:prstGeom prst="roundRect">
            <a:avLst>
              <a:gd name="adj" fmla="val 2667"/>
            </a:avLst>
          </a:prstGeom>
          <a:solidFill>
            <a:srgbClr val="0A0A0A"/>
          </a:solidFill>
          <a:ln/>
        </p:spPr>
      </p:sp>
      <p:sp>
        <p:nvSpPr>
          <p:cNvPr id="21" name="Text 15"/>
          <p:cNvSpPr/>
          <p:nvPr/>
        </p:nvSpPr>
        <p:spPr>
          <a:xfrm>
            <a:off x="781812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FACTS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7818120" y="20574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7818120" y="22951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(2016)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818120" y="2880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818120" y="31181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818120" y="3703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818120" y="39410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81812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7818120" y="4764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Websites, dashboards, e-commerce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818120" y="5349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7818120" y="55869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(Open Source)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vs. Next.js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 UI library, very different starting point for real projects.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(Library)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50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JavaScript library for building UI components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handles the view / UI layer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rendering by default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routing — needs React Router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configure bundler, build tools yourself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needs extra setup (CSR limitation)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your own project 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(Framework)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75120" y="23500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framework built on top of React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5120" y="28346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UI, routing, and backend logic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(SSR) &amp; static generation (SSG)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based routing built in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with bundling, compiling, optimization ready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SEO out of the box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Opinionated, consistent project structure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React is a piece of the puzzle — Next.js is the full picture.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File-System Routing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turns your folder structure directly into your app's URL structure — no route config files needed.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1A1A1A"/>
          </a:solidFill>
          <a:ln/>
        </p:spPr>
      </p:sp>
      <p:pic>
        <p:nvPicPr>
          <p:cNvPr id="5" name="Image 0" descr="/home/claude/nextjs_ppt/icons/folder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116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44168" y="25146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44168" y="28986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about/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636776" y="328269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344168" y="36667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blog/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636776" y="40507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[slug]/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929384" y="4434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344168" y="48188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636776" y="520293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AFA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settings/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929384" y="558698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CC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page.tsx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35040" y="173736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Routes (URLs)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355080" y="25603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379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app/page.tsx</a:t>
            </a:r>
            <a:endParaRPr lang="en-US" sz="1050" dirty="0"/>
          </a:p>
        </p:txBody>
      </p:sp>
      <p:pic>
        <p:nvPicPr>
          <p:cNvPr id="20" name="Image 1" descr="/home/claude/nextjs_ppt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971800"/>
            <a:ext cx="182880" cy="1828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2907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yoursite.com/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355080" y="352044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3796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app/about/page.tsx</a:t>
            </a:r>
            <a:endParaRPr lang="en-US" sz="1050" dirty="0"/>
          </a:p>
        </p:txBody>
      </p:sp>
      <p:pic>
        <p:nvPicPr>
          <p:cNvPr id="24" name="Image 2" descr="/home/claude/nextjs_ppt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931920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12280" y="3867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yoursite.com/about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6355080" y="448056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5379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app/blog/[slug]/page.tsx</a:t>
            </a:r>
            <a:endParaRPr lang="en-US" sz="1050" dirty="0"/>
          </a:p>
        </p:txBody>
      </p:sp>
      <p:pic>
        <p:nvPicPr>
          <p:cNvPr id="28" name="Image 3" descr="/home/claude/nextjs_ppt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892040"/>
            <a:ext cx="182880" cy="1828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12280" y="4828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yoursite.com/blog/any-post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355080" y="544068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AFAFA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53796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app/dashboard/settings/page.tsx</a:t>
            </a:r>
            <a:endParaRPr lang="en-US" sz="1050" dirty="0"/>
          </a:p>
        </p:txBody>
      </p:sp>
      <p:pic>
        <p:nvPicPr>
          <p:cNvPr id="32" name="Image 4" descr="/home/claude/nextjs_ppt/icons/arrowright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5852160"/>
            <a:ext cx="182880" cy="1828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812280" y="5788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yoursite.com/dashboard/settings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6355080" y="64190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[slug] is a dynamic segment — one file matches unlimited blog posts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Optimizations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automates performance work that used to be manual — faster sites with less effort.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6" name="Image 0" descr="/home/claude/nextjs_ppt/icons/imag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Optimization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9718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next/image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3383280"/>
            <a:ext cx="2907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resizing &amp; compression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by default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formats (WebP/AVIF) served automatically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layout shift with fixed dimensions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61104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5424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2" name="Image 1" descr="/home/claude/nextjs_ppt/icons/typ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584" y="21031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35424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Optimization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35424" y="29718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next/font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35424" y="3383280"/>
            <a:ext cx="2907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Self-hosts Google Fonts — no external requests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render-blocking font loading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layout shift from font swapping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font, including custom ones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73568" y="1691640"/>
            <a:ext cx="3456432" cy="4297680"/>
          </a:xfrm>
          <a:prstGeom prst="roundRect">
            <a:avLst>
              <a:gd name="adj" fmla="val 2646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47888" y="1965960"/>
            <a:ext cx="548640" cy="54864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8" name="Image 2" descr="/home/claude/nextjs_ppt/icons/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10312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47888" y="2651760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Optimization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47888" y="297180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70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next/script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47888" y="3383280"/>
            <a:ext cx="29077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exactly when 3rd-party scripts load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analytics/ads without blocking the page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strategies: beforeInteractive, lazyOnload</a:t>
            </a:r>
            <a:endParaRPr lang="en-US" sz="1100" dirty="0"/>
          </a:p>
          <a:p>
            <a:pPr marL="152400" indent="-1524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main thread free for faster interactivity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Prerequisites Before Learning Next.js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checklist of what to know first, so Next.js concepts click faster.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</a:rPr>
                        <a:t>Topic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</a:rPr>
                        <a:t>Why It Matters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AFAFA"/>
                          </a:solidFill>
                        </a:rPr>
                        <a:t>Level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</a:rPr>
                        <a:t>HTML &amp; CSS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Structure and style every page you build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0F3"/>
                          </a:solidFill>
                        </a:rPr>
                        <a:t>Essential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</a:rPr>
                        <a:t>JavaScript (ES6+)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Arrow functions, promises, modules, destructuring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0F3"/>
                          </a:solidFill>
                        </a:rPr>
                        <a:t>Essential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</a:rPr>
                        <a:t>React Fundamentals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Components, props, state, hooks, JSX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0F3"/>
                          </a:solidFill>
                        </a:rPr>
                        <a:t>Essential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</a:rPr>
                        <a:t>Node.js &amp; npm/yarn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Runs the dev server and manages packages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70F3"/>
                          </a:solidFill>
                        </a:rPr>
                        <a:t>Essential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</a:rPr>
                        <a:t>Git &amp; GitHub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Version control for project and deployment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8A8A"/>
                          </a:solidFill>
                        </a:rPr>
                        <a:t>Recommended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</a:rPr>
                        <a:t>REST APIs / Fetch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Connecting frontend to data sources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A8A8A"/>
                          </a:solidFill>
                        </a:rPr>
                        <a:t>Recommended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A0A0A"/>
                          </a:solidFill>
                        </a:rPr>
                        <a:t>TypeScript (basics)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555555"/>
                          </a:solidFill>
                        </a:rPr>
                        <a:t>Most real-world Next.js projects use it</a:t>
                      </a:r>
                      <a:endParaRPr lang="en-US" sz="115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5B5B5"/>
                          </a:solidFill>
                        </a:rPr>
                        <a:t>Good to Have</a:t>
                      </a:r>
                      <a:endParaRPr lang="en-US" sz="1100" dirty="0"/>
                    </a:p>
                  </a:txBody>
                  <a:tcPr anchor="ctr">
                    <a:lnL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07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You don't need to master everything — solid JavaScript + basic React is enough to start.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That Set Next.js Apart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routing and optimization — these are the rendering strategies that make Next.js production-grade.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8483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6" name="Image 0" descr="/home/claude/nextjs_ppt/icons/serv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212848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72491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Rendering — page built fresh on every request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10" name="Shape 7"/>
          <p:cNvSpPr/>
          <p:nvPr/>
        </p:nvSpPr>
        <p:spPr>
          <a:xfrm>
            <a:off x="4645152" y="208483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1" name="Image 1" descr="/home/claude/nextjs_ppt/icons/f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2212848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72491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Site Generation — pages pre-built at deploy time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0" y="1828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15" name="Shape 11"/>
          <p:cNvSpPr/>
          <p:nvPr/>
        </p:nvSpPr>
        <p:spPr>
          <a:xfrm>
            <a:off x="8485632" y="208483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16" name="Image 2" descr="/home/claude/nextjs_ppt/icons/refres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3648" y="2212848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44000" y="2084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85632" y="272491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Static Regeneration — static pages that auto-update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37083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21" name="Image 3" descr="/home/claude/nextjs_ppt/icons/cpu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498848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370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501091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backend endpoints inside the same project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25" name="Shape 19"/>
          <p:cNvSpPr/>
          <p:nvPr/>
        </p:nvSpPr>
        <p:spPr>
          <a:xfrm>
            <a:off x="4645152" y="437083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26" name="Image 4" descr="/home/claude/nextjs_ppt/icons/layou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4498848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370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45152" y="501091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UI (navbars, sidebars) across nested pages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229600" y="41148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1A1A1A"/>
          </a:solidFill>
          <a:ln/>
        </p:spPr>
      </p:sp>
      <p:sp>
        <p:nvSpPr>
          <p:cNvPr id="30" name="Shape 23"/>
          <p:cNvSpPr/>
          <p:nvPr/>
        </p:nvSpPr>
        <p:spPr>
          <a:xfrm>
            <a:off x="8485632" y="4370832"/>
            <a:ext cx="502920" cy="502920"/>
          </a:xfrm>
          <a:prstGeom prst="ellipse">
            <a:avLst/>
          </a:prstGeom>
          <a:solidFill>
            <a:srgbClr val="0070F3"/>
          </a:solidFill>
          <a:ln/>
        </p:spPr>
      </p:sp>
      <p:pic>
        <p:nvPicPr>
          <p:cNvPr id="31" name="Image 5" descr="/home/claude/nextjs_ppt/icons/shiel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3648" y="4498848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44000" y="4370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85632" y="5010912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logic (auth, redirects) before a request completes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0A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— Real-World Adoption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70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40%+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initial page loads vs. plain client-rendered React apps (typical SSR gain)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16052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70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6052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npm downloads, among the most used React frameworks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0" y="1371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70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0" y="2194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modes in one app: SSR, SSG, and ISR — pick per page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BUILDING WITH NEXT.JS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395728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42816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42816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89904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9904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36992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6992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Hulu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784080" y="397764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F2F2F2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39776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0A0A0A"/>
          </a:solidFill>
          <a:ln/>
        </p:spPr>
      </p:sp>
      <p:pic>
        <p:nvPicPr>
          <p:cNvPr id="24" name="Image 0" descr="/home/claude/nextjs_ppt/icons/trending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49240"/>
            <a:ext cx="457200" cy="4572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63040" y="5193792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choose Next.js when they need strong SEO, fast page loads, and a single codebase covering both the website and its backend APIs — without stitching together separate tools.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0070F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AFA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7498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= React + routing + rendering + performance, all built in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File-system routing turns folders directly into URLs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optimization for images, fonts, and scripts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JavaScript &amp; React basics are enough to get started</a:t>
            </a:r>
            <a:endParaRPr lang="en-US" sz="1500" dirty="0"/>
          </a:p>
          <a:p>
            <a:pPr marL="203200" indent="-2032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production by Netflix, TikTok, Nike, and many more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617720"/>
            <a:ext cx="1280160" cy="0"/>
          </a:xfrm>
          <a:prstGeom prst="line">
            <a:avLst/>
          </a:prstGeom>
          <a:noFill/>
          <a:ln w="38100">
            <a:solidFill>
              <a:srgbClr val="0070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846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70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Office PowerPoint</Application>
  <PresentationFormat>Widescreen</PresentationFormat>
  <Paragraphs>158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Ibrahim Malik</cp:lastModifiedBy>
  <cp:revision>1</cp:revision>
  <dcterms:created xsi:type="dcterms:W3CDTF">2026-07-19T07:13:59Z</dcterms:created>
  <dcterms:modified xsi:type="dcterms:W3CDTF">2026-07-19T07:21:46Z</dcterms:modified>
</cp:coreProperties>
</file>