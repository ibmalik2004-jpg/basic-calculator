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28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070F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70F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the React Framework for Production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1280160" cy="0"/>
          </a:xfrm>
          <a:prstGeom prst="line">
            <a:avLst/>
          </a:prstGeom>
          <a:noFill/>
          <a:ln w="38100">
            <a:solidFill>
              <a:srgbClr val="007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•  WEB DEVELOPMENT  •  REACT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Next.js?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an open-source framework built on top of React, created and maintained by Vercel. It extends React with the missing production-grade features needed to build fast, SEO-friendly, full-stack web applications.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5" name="Image 0" descr="/home/claude/nextjs_ppt/icons/layers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9352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30540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routing, rendering, and bundling on top of plain React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3675888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9" name="Image 1" descr="/home/claude/nextjs_ppt/icons/server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776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Ready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38953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both frontend UI and backend API logic in one project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13" name="Image 2" descr="/home/claude/nextjs_ppt/icons/globe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61772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471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Friendly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4736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rendering means search engines see fully-formed pages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358384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17" name="Image 3" descr="/home/claude/nextjs_ppt/icons/zap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45896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312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5577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 let you start building without heavy setup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498080" y="1234440"/>
            <a:ext cx="4114800" cy="5029200"/>
          </a:xfrm>
          <a:prstGeom prst="roundRect">
            <a:avLst>
              <a:gd name="adj" fmla="val 2667"/>
            </a:avLst>
          </a:prstGeom>
          <a:solidFill>
            <a:srgbClr val="0A0A0A"/>
          </a:solidFill>
          <a:ln/>
        </p:spPr>
      </p:sp>
      <p:sp>
        <p:nvSpPr>
          <p:cNvPr id="21" name="Text 15"/>
          <p:cNvSpPr/>
          <p:nvPr/>
        </p:nvSpPr>
        <p:spPr>
          <a:xfrm>
            <a:off x="78181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81812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818120" y="22951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(2016)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1812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81812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81812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818120" y="3941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81812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818120" y="4764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dashboards, e-commerce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818120" y="5349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818120" y="55869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(Open Source)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vs. Next.js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UI library, very different starting point for real projects.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(Library)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library for building UI components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handles the view / UI layer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 by default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routing — needs React Router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needs extra setup (CSR limitation)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your own project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(Framework)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framework built on top of React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UI, routing, and backend logic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(SSR) &amp; static generation (SSG)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based routing built in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SEO out of the box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Opinionated, consistent project structure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React is a piece of the puzzle — Next.js is the full picture.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File-System Routing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turns your folder structure directly into your app's URL structure — no route config files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A1A1A"/>
          </a:solidFill>
          <a:ln/>
        </p:spPr>
      </p:sp>
      <p:pic>
        <p:nvPicPr>
          <p:cNvPr id="5" name="Image 0" descr="/home/claude/nextjs_ppt/icons/folde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44168" y="2514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44168" y="28986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about/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36776" y="32826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44168" y="36667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blog/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636776" y="4050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[slug]/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929384" y="4434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44168" y="48188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636776" y="52029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settings/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929384" y="5586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35040" y="173736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Routes (URLs)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55080" y="25603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app/page.tsx</a:t>
            </a:r>
            <a:endParaRPr lang="en-US" sz="1050" dirty="0"/>
          </a:p>
        </p:txBody>
      </p:sp>
      <p:pic>
        <p:nvPicPr>
          <p:cNvPr id="20" name="Image 1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97180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2907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55080" y="35204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app/about/page.tsx</a:t>
            </a:r>
            <a:endParaRPr lang="en-US" sz="1050" dirty="0"/>
          </a:p>
        </p:txBody>
      </p:sp>
      <p:pic>
        <p:nvPicPr>
          <p:cNvPr id="24" name="Image 2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12280" y="3867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yoursite.com/about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355080" y="448056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37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app/blog/[slug]/page.tsx</a:t>
            </a:r>
            <a:endParaRPr lang="en-US" sz="1050" dirty="0"/>
          </a:p>
        </p:txBody>
      </p:sp>
      <p:pic>
        <p:nvPicPr>
          <p:cNvPr id="28" name="Image 3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89204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12280" y="4828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yoursite.com/blog/any-post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355080" y="544068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3796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app/dashboard/settings/page.tsx</a:t>
            </a:r>
            <a:endParaRPr lang="en-US" sz="1050" dirty="0"/>
          </a:p>
        </p:txBody>
      </p:sp>
      <p:pic>
        <p:nvPicPr>
          <p:cNvPr id="32" name="Image 4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852160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12280" y="5788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yoursite.com/dashboard/settings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6355080" y="6419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[slug] is a dynamic segment — one file matches unlimited blog posts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Optimizations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automates performance work that used to be manual — faster sites with less effort.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6" name="Image 0" descr="/home/claude/nextjs_ppt/icons/im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next/image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resizing &amp; compression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by default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formats (WebP/AVIF) served automatically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layout shift with fixed dimensions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61104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2" name="Image 1" descr="/home/claude/nextjs_ppt/icons/typ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Optimization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35424" y="2971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next/font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35424" y="33832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Self-hosts Google Fonts — no external requests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render-blocking font loading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layout shift from font swapping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font, including custom ones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73568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8" name="Image 2" descr="/home/claude/nextjs_ppt/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7888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Optimization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47888" y="2971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next/script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47888" y="33832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exactly when 3rd-party scripts load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analytics/ads without blocking the page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strategies: beforeInteractive, lazyOnload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main thread free for faster interactivity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That Set Next.js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routing and optimization — these are the rendering strategies that make Next.js production-grade.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6" name="Image 0" descr="/home/claude/nextjs_ppt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28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724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— page built fresh on every request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2084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1" name="Image 1" descr="/home/claude/nextjs_ppt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1284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724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 Generation — pages pre-built at deploy 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85632" y="2084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6" name="Image 2" descr="/home/claude/nextjs_ppt/icons/refre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21284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2724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Static Regeneration — static pages that auto-update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00025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20" name="Shape 15"/>
          <p:cNvSpPr/>
          <p:nvPr/>
        </p:nvSpPr>
        <p:spPr>
          <a:xfrm>
            <a:off x="2227580" y="427939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21" name="Image 3" descr="/home/claude/nextjs_ppt/icons/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296" y="440842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45308" y="440766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295144" y="459054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 endpoints inside the same project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49924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25" name="Shape 19"/>
          <p:cNvSpPr/>
          <p:nvPr/>
        </p:nvSpPr>
        <p:spPr>
          <a:xfrm>
            <a:off x="6384036" y="4242816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26" name="Image 4" descr="/home/claude/nextjs_ppt/icons/layou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638" y="437540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21068" y="43352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515100" y="4491736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UI (navbars, sidebars) across nested pages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9144000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— Real-World Adoption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40%+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initial page loads vs. plain client-rendered React apps (typical SSR gain)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6052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6052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npm downloads, among the most used React frameworks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modes in one app: SSR, SSG, and ISR — pick per page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BUILDING WITH NEXT.JS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95728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42816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9904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6992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Hulu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84080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pic>
        <p:nvPicPr>
          <p:cNvPr id="24" name="Image 0" descr="/home/claude/nextjs_ppt/icons/trending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924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63040" y="519379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choose Next.js when they need strong SEO, fast page loads, and a single codebase covering both the website and its backend APIs — without stitching together separate tools.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React vs. Next.js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architectural shift: where the work actually happens.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(Client-Only Architecture)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51560" y="2286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one near-empty HTML file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2990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4572000" cy="2468880"/>
          </a:xfrm>
          <a:prstGeom prst="roundRect">
            <a:avLst>
              <a:gd name="adj" fmla="val 2222"/>
            </a:avLst>
          </a:prstGeom>
          <a:solidFill>
            <a:srgbClr val="0A0A0A"/>
          </a:solidFill>
          <a:ln/>
        </p:spPr>
      </p:sp>
      <p:pic>
        <p:nvPicPr>
          <p:cNvPr id="11" name="Image 0" descr="/home/claude/nextjs_ppt/icons/monito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5661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does everything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3977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full JS bundle first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entire UI from scratch (CSR)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after the page loads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routing logic client-side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a blank screen until JS runs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slower first paint, weaker SEO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1600200"/>
            <a:ext cx="5577840" cy="4663440"/>
          </a:xfrm>
          <a:prstGeom prst="roundRect">
            <a:avLst>
              <a:gd name="adj" fmla="val 1961"/>
            </a:avLst>
          </a:prstGeom>
          <a:solidFill>
            <a:srgbClr val="0A0A0A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(Split Architecture)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55080" y="228600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1A1A1A"/>
          </a:solidFill>
          <a:ln w="12700">
            <a:solidFill>
              <a:srgbClr val="0070F3"/>
            </a:solidFill>
            <a:prstDash val="solid"/>
          </a:ln>
        </p:spPr>
      </p:sp>
      <p:pic>
        <p:nvPicPr>
          <p:cNvPr id="18" name="Image 1" descr="/home/claude/nextjs_ppt/icons/server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414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24414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— does the heavy lifting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2788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full HTML before sending (SSR/SSG)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before the page reaches the user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routing &amp; API logic server-side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641080" y="3995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355080" y="4361688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11111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23" name="Image 2" descr="/home/claude/nextjs_ppt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262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4526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receives ready HTML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83680" y="48737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content immediately (fast first paint)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"Hydrates" — attaches interactivity after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5508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7C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 first paint, strong SEO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Framework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architectural building blocks that make Next.js production-ready.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6" name="Image 0" descr="/home/claude/nextjs_ppt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9008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Based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in app/ map directly to URLs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router library or config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segments via [param] folders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layouts follow nested folders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61104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2" name="Image 1" descr="/home/claude/nextjs_ppt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Modes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35424" y="299008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• SSG • ISR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35424" y="342900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SSR: page built fresh per request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SSG: page pre-built at deploy time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ISR: static pages that auto-refresh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mode per page, not per app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73568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8" name="Image 2" descr="/home/claude/nextjs_ppt/icons/z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7888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47888" y="299008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• Fonts • Scripts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47888" y="342900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next/image resizes &amp; lazy-loads images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next/font self-hosts fonts, no layout shift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next/script controls 3rd-party load timing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automatic — minimal manual tuning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070F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= React + SEO Friendly + rendering + performance, all built in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routing turns folders directly into URLs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optimization for images, fonts, and scripts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JavaScript &amp; React basics are enough to get started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production by Netflix, TikTok, Nike, and many more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617720"/>
            <a:ext cx="1280160" cy="0"/>
          </a:xfrm>
          <a:prstGeom prst="line">
            <a:avLst/>
          </a:prstGeom>
          <a:noFill/>
          <a:ln w="38100">
            <a:solidFill>
              <a:srgbClr val="007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1004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Malik</cp:lastModifiedBy>
  <cp:revision>6</cp:revision>
  <dcterms:created xsi:type="dcterms:W3CDTF">2026-07-19T07:13:59Z</dcterms:created>
  <dcterms:modified xsi:type="dcterms:W3CDTF">2026-07-20T09:44:19Z</dcterms:modified>
</cp:coreProperties>
</file>