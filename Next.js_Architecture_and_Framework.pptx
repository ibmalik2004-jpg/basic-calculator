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767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0070F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0070F3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4008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0070F3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40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on Next.js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70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and Framework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868680" y="3703320"/>
            <a:ext cx="1280160" cy="0"/>
          </a:xfrm>
          <a:prstGeom prst="line">
            <a:avLst/>
          </a:prstGeom>
          <a:noFill/>
          <a:ln w="38100">
            <a:solidFill>
              <a:srgbClr val="007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7764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is a full-stack framework built on top of React. It doesn't just render UI — it adds routing, server-side logic, and performance tooling that plain React leaves for developers to build themselves.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SCRUM-69  •  TASK-01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React vs. Next.js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architectural shift: where the work actually happens.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663440"/>
          </a:xfrm>
          <a:prstGeom prst="roundRect">
            <a:avLst>
              <a:gd name="adj" fmla="val 1961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(Client-Only Architecture)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4572000" cy="6858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2E2E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051560" y="22860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22860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one near-empty HTML file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71800" y="299008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3383280"/>
            <a:ext cx="4572000" cy="2468880"/>
          </a:xfrm>
          <a:prstGeom prst="roundRect">
            <a:avLst>
              <a:gd name="adj" fmla="val 2222"/>
            </a:avLst>
          </a:prstGeom>
          <a:solidFill>
            <a:srgbClr val="0A0A0A"/>
          </a:solidFill>
          <a:ln/>
        </p:spPr>
      </p:sp>
      <p:pic>
        <p:nvPicPr>
          <p:cNvPr id="11" name="Image 0" descr="/home/claude/nextjs_ppt/icons/monitor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566160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3566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— does everything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97280" y="397764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A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full JS bundle first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A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entire UI from scratch (CSR)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A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data after the page loads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A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routing logic client-side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A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sees a blank screen until JS runs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slower first paint, weaker SEO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35040" y="1600200"/>
            <a:ext cx="5577840" cy="4663440"/>
          </a:xfrm>
          <a:prstGeom prst="roundRect">
            <a:avLst>
              <a:gd name="adj" fmla="val 1961"/>
            </a:avLst>
          </a:prstGeom>
          <a:solidFill>
            <a:srgbClr val="0A0A0A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(Split Architecture)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355080" y="2286000"/>
            <a:ext cx="4937760" cy="1691640"/>
          </a:xfrm>
          <a:prstGeom prst="roundRect">
            <a:avLst>
              <a:gd name="adj" fmla="val 3243"/>
            </a:avLst>
          </a:prstGeom>
          <a:solidFill>
            <a:srgbClr val="1A1A1A"/>
          </a:solidFill>
          <a:ln w="12700">
            <a:solidFill>
              <a:srgbClr val="0070F3"/>
            </a:solidFill>
            <a:prstDash val="solid"/>
          </a:ln>
        </p:spPr>
      </p:sp>
      <p:pic>
        <p:nvPicPr>
          <p:cNvPr id="18" name="Image 1" descr="/home/claude/nextjs_ppt/icons/server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441448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95160" y="24414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— does the heavy lifting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583680" y="278892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A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full HTML before sending (SSR/SSG)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A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data before the page reaches the user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A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routing &amp; API logic server-side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8641080" y="39959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7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6355080" y="4361688"/>
            <a:ext cx="4937760" cy="1417320"/>
          </a:xfrm>
          <a:prstGeom prst="roundRect">
            <a:avLst>
              <a:gd name="adj" fmla="val 3871"/>
            </a:avLst>
          </a:prstGeom>
          <a:solidFill>
            <a:srgbClr val="111111"/>
          </a:solidFill>
          <a:ln w="12700">
            <a:solidFill>
              <a:srgbClr val="E2E2E2"/>
            </a:solidFill>
            <a:prstDash val="solid"/>
          </a:ln>
        </p:spPr>
      </p:sp>
      <p:pic>
        <p:nvPicPr>
          <p:cNvPr id="23" name="Image 2" descr="/home/claude/nextjs_ppt/icons/monito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52628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995160" y="45262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— receives ready HTML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583680" y="487375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A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content immediately (fast first paint)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A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"Hydrates" — attaches interactivity after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355080" y="5806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7C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fast first paint, strong SEO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Framework Pillars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architectural building blocks that make Next.js production-ready.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56432" cy="4297680"/>
          </a:xfrm>
          <a:prstGeom prst="roundRect">
            <a:avLst>
              <a:gd name="adj" fmla="val 2646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0070F3"/>
          </a:solidFill>
          <a:ln/>
        </p:spPr>
      </p:sp>
      <p:pic>
        <p:nvPicPr>
          <p:cNvPr id="6" name="Image 0" descr="/home/claude/nextjs_ppt/icons/fold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5176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99008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File-System Based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3429000"/>
            <a:ext cx="29077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 in app/ map directly to URLs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router library or config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segments via [param] folders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layouts follow nested folders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61104" y="1691640"/>
            <a:ext cx="3456432" cy="4297680"/>
          </a:xfrm>
          <a:prstGeom prst="roundRect">
            <a:avLst>
              <a:gd name="adj" fmla="val 2646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35424" y="1965960"/>
            <a:ext cx="548640" cy="548640"/>
          </a:xfrm>
          <a:prstGeom prst="ellipse">
            <a:avLst/>
          </a:prstGeom>
          <a:solidFill>
            <a:srgbClr val="0070F3"/>
          </a:solidFill>
          <a:ln/>
        </p:spPr>
      </p:sp>
      <p:pic>
        <p:nvPicPr>
          <p:cNvPr id="12" name="Image 1" descr="/home/claude/nextjs_ppt/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21031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35424" y="265176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Modes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35424" y="299008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• SSG • ISR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35424" y="3429000"/>
            <a:ext cx="29077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SSR: page built fresh per request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SSG: page pre-built at deploy time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ISR: static pages that auto-refresh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mode per page, not per app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973568" y="1691640"/>
            <a:ext cx="3456432" cy="4297680"/>
          </a:xfrm>
          <a:prstGeom prst="roundRect">
            <a:avLst>
              <a:gd name="adj" fmla="val 2646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47888" y="1965960"/>
            <a:ext cx="548640" cy="548640"/>
          </a:xfrm>
          <a:prstGeom prst="ellipse">
            <a:avLst/>
          </a:prstGeom>
          <a:solidFill>
            <a:srgbClr val="0070F3"/>
          </a:solidFill>
          <a:ln/>
        </p:spPr>
      </p:sp>
      <p:pic>
        <p:nvPicPr>
          <p:cNvPr id="18" name="Image 2" descr="/home/claude/nextjs_ppt/icons/z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21031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47888" y="265176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247888" y="299008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• Fonts • Scripts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247888" y="3429000"/>
            <a:ext cx="29077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next/image resizes &amp; lazy-loads images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next/font self-hosts fonts, no layout shift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next/script controls 3rd-party load timing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automatic — minimal manual tuning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0070F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team gains once this architecture is adopted.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166360" cy="18288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2130552"/>
            <a:ext cx="502920" cy="502920"/>
          </a:xfrm>
          <a:prstGeom prst="ellipse">
            <a:avLst/>
          </a:prstGeom>
          <a:solidFill>
            <a:srgbClr val="0070F3"/>
          </a:solidFill>
          <a:ln/>
        </p:spPr>
      </p:sp>
      <p:pic>
        <p:nvPicPr>
          <p:cNvPr id="7" name="Image 0" descr="/home/claude/nextjs_ppt/icons/z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2258568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13055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78992" y="2743200"/>
            <a:ext cx="4654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pages load faster on first visit — less JS the browser must process before showing content.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309360" y="1874520"/>
            <a:ext cx="5166360" cy="18288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/>
        </p:spPr>
      </p:sp>
      <p:sp>
        <p:nvSpPr>
          <p:cNvPr id="11" name="Shape 8"/>
          <p:cNvSpPr/>
          <p:nvPr/>
        </p:nvSpPr>
        <p:spPr>
          <a:xfrm>
            <a:off x="6565392" y="2130552"/>
            <a:ext cx="502920" cy="502920"/>
          </a:xfrm>
          <a:prstGeom prst="ellipse">
            <a:avLst/>
          </a:prstGeom>
          <a:solidFill>
            <a:srgbClr val="0070F3"/>
          </a:solidFill>
          <a:ln/>
        </p:spPr>
      </p:sp>
      <p:pic>
        <p:nvPicPr>
          <p:cNvPr id="12" name="Image 1" descr="/home/claude/nextjs_ppt/icons/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2258568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213055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Boost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65392" y="2743200"/>
            <a:ext cx="4654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 receive fully-formed HTML instead of an empty shell, improving indexing and rankings.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22960" y="3977640"/>
            <a:ext cx="5166360" cy="18288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/>
        </p:spPr>
      </p:sp>
      <p:sp>
        <p:nvSpPr>
          <p:cNvPr id="16" name="Shape 12"/>
          <p:cNvSpPr/>
          <p:nvPr/>
        </p:nvSpPr>
        <p:spPr>
          <a:xfrm>
            <a:off x="1078992" y="4233672"/>
            <a:ext cx="502920" cy="502920"/>
          </a:xfrm>
          <a:prstGeom prst="ellipse">
            <a:avLst/>
          </a:prstGeom>
          <a:solidFill>
            <a:srgbClr val="0070F3"/>
          </a:solidFill>
          <a:ln/>
        </p:spPr>
      </p:sp>
      <p:pic>
        <p:nvPicPr>
          <p:cNvPr id="17" name="Image 2" descr="/home/claude/nextjs_ppt/icons/targ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7008" y="4361688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423367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Architecture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078992" y="4846320"/>
            <a:ext cx="4654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backend logic, and UI live in one project — fewer tools to configure and maintain.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309360" y="3977640"/>
            <a:ext cx="5166360" cy="18288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/>
        </p:spPr>
      </p:sp>
      <p:sp>
        <p:nvSpPr>
          <p:cNvPr id="21" name="Shape 16"/>
          <p:cNvSpPr/>
          <p:nvPr/>
        </p:nvSpPr>
        <p:spPr>
          <a:xfrm>
            <a:off x="6565392" y="4233672"/>
            <a:ext cx="502920" cy="502920"/>
          </a:xfrm>
          <a:prstGeom prst="ellipse">
            <a:avLst/>
          </a:prstGeom>
          <a:solidFill>
            <a:srgbClr val="0070F3"/>
          </a:solidFill>
          <a:ln/>
        </p:spPr>
      </p:sp>
      <p:pic>
        <p:nvPicPr>
          <p:cNvPr id="22" name="Image 3" descr="/home/claude/nextjs_ppt/icons/awar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4361688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23760" y="423367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User Experience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565392" y="4846320"/>
            <a:ext cx="4654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image, font, and script optimization means a smoother experience with less manual tuning.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868680" y="6309360"/>
            <a:ext cx="1280160" cy="0"/>
          </a:xfrm>
          <a:prstGeom prst="line">
            <a:avLst/>
          </a:prstGeom>
          <a:noFill/>
          <a:ln w="38100">
            <a:solidFill>
              <a:srgbClr val="0070F3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22960" y="6446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8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SCRUM-69  •  Research on Next.js Architecture and Framework  •  Task-01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</Words>
  <Application>Microsoft Office PowerPoint</Application>
  <PresentationFormat>Widescreen</PresentationFormat>
  <Paragraphs>63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Ibrahim Malik</cp:lastModifiedBy>
  <cp:revision>1</cp:revision>
  <dcterms:created xsi:type="dcterms:W3CDTF">2026-07-19T07:31:33Z</dcterms:created>
  <dcterms:modified xsi:type="dcterms:W3CDTF">2026-07-19T07:37:01Z</dcterms:modified>
</cp:coreProperties>
</file>